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8BD42-24C6-423A-8E6A-D73D6A072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2D02A8-AE28-49FE-84E6-04B95E6AF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199D6-CF95-4C40-B7F6-4A8A8CF9D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9371-2AAF-453F-8FBC-0377E1E7D2D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5E2BE-2B59-45D7-82B0-DF9C8B6C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1A6ED-CE00-4A56-B0BF-32940B69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57B9-71F1-4D11-9B2D-A0AF87C85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50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FBA8-4D36-42F3-BABC-329F982B3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030A5-8024-4AB0-AF87-B83ADEA45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16E2C-4BC8-43BA-9996-19324122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9371-2AAF-453F-8FBC-0377E1E7D2D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DF347-0F26-4FFB-B33E-D59BFC017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EE7AC-8FF1-4AC0-BAAA-0B19DB853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57B9-71F1-4D11-9B2D-A0AF87C85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0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8168-3152-4DD1-BA39-BDB8AB9A7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8978B-59B2-43D6-9D87-24A25B87A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344E0-ED33-494F-916B-F271A2023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9371-2AAF-453F-8FBC-0377E1E7D2D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5C080-2EB0-4E5E-9441-E66841BA6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2A5F0-585C-44E6-8176-F2E70D10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57B9-71F1-4D11-9B2D-A0AF87C85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6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BC043-0A74-4EC5-80F0-9F43105E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CB245-7841-4B73-A6B8-4623A479BD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9A0DE-78E8-4576-B095-955955872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49CC2-739D-48B4-9705-B14DED97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9371-2AAF-453F-8FBC-0377E1E7D2D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503E0-157B-46AC-A561-DAC64DBE3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060E2-9208-4B23-8B42-05F7FEDB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57B9-71F1-4D11-9B2D-A0AF87C85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07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2C281-46FF-4C51-AA5E-B3B5A55C7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31E58-8CD5-4276-B3B3-0128930E8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64C7E-93A3-4941-946C-05F5DFEC6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F64A6A-3BCE-4616-973C-40822C253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253D06-30C9-4288-A6A4-333A64EA6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44A0B8-F3D0-497A-AEB3-5FE6105CD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9371-2AAF-453F-8FBC-0377E1E7D2D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5EACF6-CBBF-47A5-B15A-A26571E5F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E6FDB4-60A5-41F8-90BC-21E01446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57B9-71F1-4D11-9B2D-A0AF87C85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040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49F9C-555E-430B-A278-5C3DB953C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E27BC-B1D0-4DE9-ADE7-8345118A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9371-2AAF-453F-8FBC-0377E1E7D2D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97B75-D617-4C9E-9402-791BA5CD5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965CF-5B61-4CB5-A61A-D618490F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57B9-71F1-4D11-9B2D-A0AF87C85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95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39DDA-EB52-4763-910E-09B0D5B6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9371-2AAF-453F-8FBC-0377E1E7D2D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0C5F02-CA35-4C2A-9675-4848D2840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6B840-DB12-43A3-BBD5-AF42E235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57B9-71F1-4D11-9B2D-A0AF87C85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38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5E078-1137-4842-8245-30EE35842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C9718-CB58-4DA7-98A6-AED38E8C1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92E02-C335-4084-A447-B3063507E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FFA40-8B69-4D4E-AF9E-1678B7A21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9371-2AAF-453F-8FBC-0377E1E7D2D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E98B1-4D17-46FC-BC29-3344DFE1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876C7-D719-4624-8D98-96D5296F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57B9-71F1-4D11-9B2D-A0AF87C85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06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EA42E-767B-45D7-B3C9-2DDCBA5D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D2A591-3D77-4727-8A87-D8DE2C1468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DDA05D-A5A3-44A7-8B09-EFADD7FDB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2160A-41C5-4933-82D0-3523949B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9371-2AAF-453F-8FBC-0377E1E7D2D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5CDB7-ACB5-44BF-A9A5-ED5CC6B8D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C3ADB-59DC-4254-BCA4-67338F89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57B9-71F1-4D11-9B2D-A0AF87C85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00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00425-2983-4752-B9C5-C2032537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7EAB8-B41B-4A34-9DEF-6772D9FEA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66269-E2F5-4AC0-8437-C982A39DA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9371-2AAF-453F-8FBC-0377E1E7D2D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2F532-63DC-4EEA-9B68-D19238740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B0F77-48F8-460B-94C5-3A7A21E04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57B9-71F1-4D11-9B2D-A0AF87C85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3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98B902-FEA0-41B6-8B80-CE99EA94EE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41DA79-89F1-4D85-B2F4-1F72187DE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61764-D486-44FD-95A0-793F29F2A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9371-2AAF-453F-8FBC-0377E1E7D2D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BC466-C602-47D2-8C2D-5512A2088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6BA63-B9D7-4153-A9B7-593C0F72C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57B9-71F1-4D11-9B2D-A0AF87C85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01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FF5669-A914-4A87-B3A7-D7CB6F9F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66535-FF3A-4656-877E-CA69EC3C2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EF8FA-B981-4356-905A-417E083F2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79371-2AAF-453F-8FBC-0377E1E7D2D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9B1B8-1D3C-44C1-A8A0-D182F5D7D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CEB1F-171D-4B90-90AE-833A165BA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557B9-71F1-4D11-9B2D-A0AF87C85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28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29D74-3E7D-40E6-AED0-F1BB08B359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Word Dictionary</a:t>
            </a:r>
          </a:p>
        </p:txBody>
      </p:sp>
    </p:spTree>
    <p:extLst>
      <p:ext uri="{BB962C8B-B14F-4D97-AF65-F5344CB8AC3E}">
        <p14:creationId xmlns:p14="http://schemas.microsoft.com/office/powerpoint/2010/main" val="424504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7B6-98FE-4F49-85B0-2A2DEE12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52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FABFF-EA8B-4AA2-BEC9-C10AF38EF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0989" y="1892504"/>
            <a:ext cx="10515600" cy="4351338"/>
          </a:xfrm>
        </p:spPr>
        <p:txBody>
          <a:bodyPr/>
          <a:lstStyle/>
          <a:p>
            <a:r>
              <a:rPr lang="en-US" dirty="0"/>
              <a:t>English Word Search</a:t>
            </a:r>
          </a:p>
          <a:p>
            <a:r>
              <a:rPr lang="en-US" dirty="0"/>
              <a:t>Dari Word Search</a:t>
            </a:r>
          </a:p>
          <a:p>
            <a:r>
              <a:rPr lang="en-US" dirty="0"/>
              <a:t>Real Time Search</a:t>
            </a:r>
          </a:p>
          <a:p>
            <a:r>
              <a:rPr lang="en-US" dirty="0"/>
              <a:t>Modern UI</a:t>
            </a:r>
          </a:p>
          <a:p>
            <a:r>
              <a:rPr lang="en-US" dirty="0"/>
              <a:t>Reliable Source</a:t>
            </a:r>
          </a:p>
          <a:p>
            <a:r>
              <a:rPr lang="en-US" dirty="0"/>
              <a:t>Modularized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359C68-E897-4D13-8B65-124A80966CCA}"/>
              </a:ext>
            </a:extLst>
          </p:cNvPr>
          <p:cNvCxnSpPr/>
          <p:nvPr/>
        </p:nvCxnSpPr>
        <p:spPr>
          <a:xfrm>
            <a:off x="1251284" y="1443789"/>
            <a:ext cx="957713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41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7B6-98FE-4F49-85B0-2A2DEE12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52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Arial Black" panose="020B0A04020102020204" pitchFamily="34" charset="0"/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FABFF-EA8B-4AA2-BEC9-C10AF38EF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0989" y="1892504"/>
            <a:ext cx="10515600" cy="4351338"/>
          </a:xfrm>
        </p:spPr>
        <p:txBody>
          <a:bodyPr/>
          <a:lstStyle/>
          <a:p>
            <a:r>
              <a:rPr lang="en-US" dirty="0"/>
              <a:t>Reformat Source Data</a:t>
            </a:r>
          </a:p>
          <a:p>
            <a:r>
              <a:rPr lang="en-US" dirty="0"/>
              <a:t>Optimizing Real Time Search</a:t>
            </a: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359C68-E897-4D13-8B65-124A80966CCA}"/>
              </a:ext>
            </a:extLst>
          </p:cNvPr>
          <p:cNvCxnSpPr/>
          <p:nvPr/>
        </p:nvCxnSpPr>
        <p:spPr>
          <a:xfrm>
            <a:off x="1251284" y="1443789"/>
            <a:ext cx="957713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384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7B6-98FE-4F49-85B0-2A2DEE12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52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Arial Black" panose="020B0A04020102020204" pitchFamily="34" charset="0"/>
              </a:rPr>
              <a:t>Reformat Source Data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359C68-E897-4D13-8B65-124A80966CCA}"/>
              </a:ext>
            </a:extLst>
          </p:cNvPr>
          <p:cNvCxnSpPr/>
          <p:nvPr/>
        </p:nvCxnSpPr>
        <p:spPr>
          <a:xfrm>
            <a:off x="1251284" y="1443789"/>
            <a:ext cx="957713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FF5C00-1ED0-4895-A98E-A8D9C4E95C7D}"/>
              </a:ext>
            </a:extLst>
          </p:cNvPr>
          <p:cNvSpPr/>
          <p:nvPr/>
        </p:nvSpPr>
        <p:spPr>
          <a:xfrm>
            <a:off x="1251284" y="2086931"/>
            <a:ext cx="1909010" cy="7239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JSON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B7FECC-BD92-4CDE-9D5F-B2E7C2BB3393}"/>
              </a:ext>
            </a:extLst>
          </p:cNvPr>
          <p:cNvSpPr/>
          <p:nvPr/>
        </p:nvSpPr>
        <p:spPr>
          <a:xfrm>
            <a:off x="1251284" y="3067008"/>
            <a:ext cx="1909010" cy="7239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CSV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90C419-3ED7-49E3-A5B7-ECEE007BEC31}"/>
              </a:ext>
            </a:extLst>
          </p:cNvPr>
          <p:cNvSpPr/>
          <p:nvPr/>
        </p:nvSpPr>
        <p:spPr>
          <a:xfrm>
            <a:off x="1251284" y="4117766"/>
            <a:ext cx="1909010" cy="7239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TXT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245405-36F6-49D4-9D33-725B60D38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820" y="2304595"/>
            <a:ext cx="2438400" cy="2438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48780E5-5D9F-4DC2-9219-82B3AB295E1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160294" y="2448923"/>
            <a:ext cx="1066800" cy="480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760125-DCDF-4CDF-BD60-7B7FC9B211A6}"/>
              </a:ext>
            </a:extLst>
          </p:cNvPr>
          <p:cNvCxnSpPr>
            <a:cxnSpLocks/>
          </p:cNvCxnSpPr>
          <p:nvPr/>
        </p:nvCxnSpPr>
        <p:spPr>
          <a:xfrm>
            <a:off x="3160294" y="3440568"/>
            <a:ext cx="96252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1013F6-EB7F-4990-B24F-40088A52C923}"/>
              </a:ext>
            </a:extLst>
          </p:cNvPr>
          <p:cNvCxnSpPr>
            <a:cxnSpLocks/>
          </p:cNvCxnSpPr>
          <p:nvPr/>
        </p:nvCxnSpPr>
        <p:spPr>
          <a:xfrm flipV="1">
            <a:off x="3160294" y="4058022"/>
            <a:ext cx="1014664" cy="4217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2BA5BCDA-E3F4-47FC-A508-465FCE319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0476" y="2446285"/>
            <a:ext cx="3407945" cy="1965429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71D7E0-A2E5-4D61-A8E7-3B0C2068B9F1}"/>
              </a:ext>
            </a:extLst>
          </p:cNvPr>
          <p:cNvCxnSpPr>
            <a:stCxn id="9" idx="3"/>
          </p:cNvCxnSpPr>
          <p:nvPr/>
        </p:nvCxnSpPr>
        <p:spPr>
          <a:xfrm>
            <a:off x="6561220" y="3523795"/>
            <a:ext cx="7780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393E2AB-BE3B-4945-894D-F6D0B7A7693A}"/>
              </a:ext>
            </a:extLst>
          </p:cNvPr>
          <p:cNvSpPr txBox="1"/>
          <p:nvPr/>
        </p:nvSpPr>
        <p:spPr>
          <a:xfrm>
            <a:off x="4796589" y="4414267"/>
            <a:ext cx="1382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Programmer</a:t>
            </a:r>
          </a:p>
        </p:txBody>
      </p:sp>
    </p:spTree>
    <p:extLst>
      <p:ext uri="{BB962C8B-B14F-4D97-AF65-F5344CB8AC3E}">
        <p14:creationId xmlns:p14="http://schemas.microsoft.com/office/powerpoint/2010/main" val="1211873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7B6-98FE-4F49-85B0-2A2DEE12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64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Arial Black" panose="020B0A04020102020204" pitchFamily="34" charset="0"/>
              </a:rPr>
              <a:t>Source Data Reformatted</a:t>
            </a:r>
          </a:p>
        </p:txBody>
      </p:sp>
    </p:spTree>
    <p:extLst>
      <p:ext uri="{BB962C8B-B14F-4D97-AF65-F5344CB8AC3E}">
        <p14:creationId xmlns:p14="http://schemas.microsoft.com/office/powerpoint/2010/main" val="1432175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7B6-98FE-4F49-85B0-2A2DEE12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30"/>
            <a:ext cx="10515600" cy="1325563"/>
          </a:xfrm>
        </p:spPr>
        <p:txBody>
          <a:bodyPr>
            <a:normAutofit/>
          </a:bodyPr>
          <a:lstStyle/>
          <a:p>
            <a:pPr algn="ctr"/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>
                <a:latin typeface="Arial Black" panose="020B0A04020102020204" pitchFamily="34" charset="0"/>
              </a:rPr>
              <a:t>Optimizing Real Time Search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359C68-E897-4D13-8B65-124A80966CCA}"/>
              </a:ext>
            </a:extLst>
          </p:cNvPr>
          <p:cNvCxnSpPr/>
          <p:nvPr/>
        </p:nvCxnSpPr>
        <p:spPr>
          <a:xfrm>
            <a:off x="1251284" y="1443789"/>
            <a:ext cx="957713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2BA5BCDA-E3F4-47FC-A508-465FCE319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879" y="2565077"/>
            <a:ext cx="3407945" cy="19654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34C35E9-CDBA-4894-A158-E92156430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495" y="2773759"/>
            <a:ext cx="1548063" cy="1548063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45B6067-A445-45D5-B5D6-2E444D287C12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2879558" y="3547791"/>
            <a:ext cx="13074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3B319AF-AB9A-4DB3-B729-38B738ADAEBE}"/>
              </a:ext>
            </a:extLst>
          </p:cNvPr>
          <p:cNvSpPr txBox="1"/>
          <p:nvPr/>
        </p:nvSpPr>
        <p:spPr>
          <a:xfrm>
            <a:off x="3114748" y="3178459"/>
            <a:ext cx="812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Search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5770107-FB45-4C60-AD61-7C5C891E40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7242" y="2894074"/>
            <a:ext cx="1307431" cy="1307431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05E0D4D-FF9D-4227-85B2-8D0727C9A7EF}"/>
              </a:ext>
            </a:extLst>
          </p:cNvPr>
          <p:cNvCxnSpPr/>
          <p:nvPr/>
        </p:nvCxnSpPr>
        <p:spPr>
          <a:xfrm>
            <a:off x="7892716" y="3547789"/>
            <a:ext cx="16202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76851B2-FD08-43A6-8EC4-B9E74E1D74D3}"/>
              </a:ext>
            </a:extLst>
          </p:cNvPr>
          <p:cNvSpPr txBox="1"/>
          <p:nvPr/>
        </p:nvSpPr>
        <p:spPr>
          <a:xfrm>
            <a:off x="7926484" y="3178457"/>
            <a:ext cx="16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 Years Later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EE1A03-C7B6-45C2-AEA3-363B74B40583}"/>
              </a:ext>
            </a:extLst>
          </p:cNvPr>
          <p:cNvSpPr txBox="1"/>
          <p:nvPr/>
        </p:nvSpPr>
        <p:spPr>
          <a:xfrm>
            <a:off x="1793581" y="4201505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User</a:t>
            </a:r>
          </a:p>
        </p:txBody>
      </p:sp>
    </p:spTree>
    <p:extLst>
      <p:ext uri="{BB962C8B-B14F-4D97-AF65-F5344CB8AC3E}">
        <p14:creationId xmlns:p14="http://schemas.microsoft.com/office/powerpoint/2010/main" val="996953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7B6-98FE-4F49-85B0-2A2DEE12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30"/>
            <a:ext cx="10515600" cy="1325563"/>
          </a:xfrm>
        </p:spPr>
        <p:txBody>
          <a:bodyPr>
            <a:normAutofit/>
          </a:bodyPr>
          <a:lstStyle/>
          <a:p>
            <a:pPr algn="ctr"/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>
                <a:latin typeface="Arial Black" panose="020B0A04020102020204" pitchFamily="34" charset="0"/>
              </a:rPr>
              <a:t>Optimizing Real Time Search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359C68-E897-4D13-8B65-124A80966CCA}"/>
              </a:ext>
            </a:extLst>
          </p:cNvPr>
          <p:cNvCxnSpPr/>
          <p:nvPr/>
        </p:nvCxnSpPr>
        <p:spPr>
          <a:xfrm>
            <a:off x="1251284" y="1443789"/>
            <a:ext cx="957713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60F1CBA-59EB-46B6-BDB7-4B8E73A2A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758" y="2528719"/>
            <a:ext cx="3007895" cy="300789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D7FABC-AE82-4ABC-85A2-3A4A2381319A}"/>
              </a:ext>
            </a:extLst>
          </p:cNvPr>
          <p:cNvCxnSpPr/>
          <p:nvPr/>
        </p:nvCxnSpPr>
        <p:spPr>
          <a:xfrm flipV="1">
            <a:off x="4820653" y="2528719"/>
            <a:ext cx="1684421" cy="671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012B07F-65BB-40C0-A8A0-0C32D2270FC4}"/>
              </a:ext>
            </a:extLst>
          </p:cNvPr>
          <p:cNvSpPr txBox="1"/>
          <p:nvPr/>
        </p:nvSpPr>
        <p:spPr>
          <a:xfrm>
            <a:off x="6505074" y="2288731"/>
            <a:ext cx="2790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Too Many Words To Process</a:t>
            </a:r>
          </a:p>
          <a:p>
            <a:pPr algn="ctr"/>
            <a:r>
              <a:rPr lang="en-US" dirty="0"/>
              <a:t>(70,000)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B1AB87-2581-47A5-A560-E9F8851A2FC4}"/>
              </a:ext>
            </a:extLst>
          </p:cNvPr>
          <p:cNvCxnSpPr>
            <a:cxnSpLocks/>
          </p:cNvCxnSpPr>
          <p:nvPr/>
        </p:nvCxnSpPr>
        <p:spPr>
          <a:xfrm flipV="1">
            <a:off x="4820652" y="4055442"/>
            <a:ext cx="168442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EBB1493-BC54-4EDD-9D7A-F9DA358F5B6E}"/>
              </a:ext>
            </a:extLst>
          </p:cNvPr>
          <p:cNvSpPr txBox="1"/>
          <p:nvPr/>
        </p:nvSpPr>
        <p:spPr>
          <a:xfrm>
            <a:off x="6505074" y="3732276"/>
            <a:ext cx="3074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Creating Suggested Frame For</a:t>
            </a:r>
          </a:p>
          <a:p>
            <a:pPr algn="ctr"/>
            <a:r>
              <a:rPr lang="en-US" dirty="0"/>
              <a:t> Every Single Word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549DC-DD9B-4B23-B5A3-DE4A1034D5B9}"/>
              </a:ext>
            </a:extLst>
          </p:cNvPr>
          <p:cNvSpPr/>
          <p:nvPr/>
        </p:nvSpPr>
        <p:spPr>
          <a:xfrm>
            <a:off x="6569242" y="4692133"/>
            <a:ext cx="3007895" cy="5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6ED521-CA83-4165-962F-B4D4617673EF}"/>
              </a:ext>
            </a:extLst>
          </p:cNvPr>
          <p:cNvSpPr txBox="1"/>
          <p:nvPr/>
        </p:nvSpPr>
        <p:spPr>
          <a:xfrm>
            <a:off x="6569242" y="4776172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Word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7D096B-609C-41EA-B8BE-A9B600BF82AC}"/>
              </a:ext>
            </a:extLst>
          </p:cNvPr>
          <p:cNvSpPr/>
          <p:nvPr/>
        </p:nvSpPr>
        <p:spPr>
          <a:xfrm>
            <a:off x="8406063" y="4776172"/>
            <a:ext cx="1090863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21BFD9-C09A-4929-9FD9-5C122041A075}"/>
              </a:ext>
            </a:extLst>
          </p:cNvPr>
          <p:cNvSpPr txBox="1"/>
          <p:nvPr/>
        </p:nvSpPr>
        <p:spPr>
          <a:xfrm>
            <a:off x="2342148" y="5167282"/>
            <a:ext cx="1970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Python Interpreter</a:t>
            </a:r>
          </a:p>
        </p:txBody>
      </p:sp>
    </p:spTree>
    <p:extLst>
      <p:ext uri="{BB962C8B-B14F-4D97-AF65-F5344CB8AC3E}">
        <p14:creationId xmlns:p14="http://schemas.microsoft.com/office/powerpoint/2010/main" val="2157277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7B6-98FE-4F49-85B0-2A2DEE12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30"/>
            <a:ext cx="10515600" cy="1325563"/>
          </a:xfrm>
        </p:spPr>
        <p:txBody>
          <a:bodyPr>
            <a:normAutofit/>
          </a:bodyPr>
          <a:lstStyle/>
          <a:p>
            <a:pPr algn="ctr"/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>
                <a:latin typeface="Arial Black" panose="020B0A04020102020204" pitchFamily="34" charset="0"/>
              </a:rPr>
              <a:t>Optimizing Real Time Search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359C68-E897-4D13-8B65-124A80966CCA}"/>
              </a:ext>
            </a:extLst>
          </p:cNvPr>
          <p:cNvCxnSpPr/>
          <p:nvPr/>
        </p:nvCxnSpPr>
        <p:spPr>
          <a:xfrm>
            <a:off x="1251284" y="1443789"/>
            <a:ext cx="957713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DE24A48-C795-40BA-82B2-2A19EFA7B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59" y="2366499"/>
            <a:ext cx="2438400" cy="24384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0B68040-1596-4B98-9D8C-24CBD208500A}"/>
              </a:ext>
            </a:extLst>
          </p:cNvPr>
          <p:cNvCxnSpPr>
            <a:cxnSpLocks/>
          </p:cNvCxnSpPr>
          <p:nvPr/>
        </p:nvCxnSpPr>
        <p:spPr>
          <a:xfrm flipV="1">
            <a:off x="3478178" y="3627455"/>
            <a:ext cx="73793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D7509E-82A5-44CF-8635-4ACB5AA123BA}"/>
              </a:ext>
            </a:extLst>
          </p:cNvPr>
          <p:cNvCxnSpPr>
            <a:cxnSpLocks/>
          </p:cNvCxnSpPr>
          <p:nvPr/>
        </p:nvCxnSpPr>
        <p:spPr>
          <a:xfrm flipV="1">
            <a:off x="6329707" y="3595656"/>
            <a:ext cx="1163052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C912A12-91C0-4950-916A-C2FF2F9A9A9E}"/>
              </a:ext>
            </a:extLst>
          </p:cNvPr>
          <p:cNvSpPr txBox="1"/>
          <p:nvPr/>
        </p:nvSpPr>
        <p:spPr>
          <a:xfrm>
            <a:off x="6329707" y="2981121"/>
            <a:ext cx="105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Organize </a:t>
            </a:r>
          </a:p>
          <a:p>
            <a:pPr algn="ctr"/>
            <a:r>
              <a:rPr lang="en-US" dirty="0"/>
              <a:t>Words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87809B0-63EF-4F84-BF84-B9793E1EE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71" y="2021017"/>
            <a:ext cx="2815966" cy="281596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8E3C3D-F3F1-45C8-A9AC-491BD2A42FE2}"/>
              </a:ext>
            </a:extLst>
          </p:cNvPr>
          <p:cNvSpPr txBox="1"/>
          <p:nvPr/>
        </p:nvSpPr>
        <p:spPr>
          <a:xfrm>
            <a:off x="1215756" y="4756947"/>
            <a:ext cx="32067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70,000 </a:t>
            </a:r>
            <a:r>
              <a:rPr lang="en-US" b="1" dirty="0"/>
              <a:t>Records to Process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C804767-77E3-4378-B5FC-E4FB07F605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168" y="1660821"/>
            <a:ext cx="2620948" cy="40341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D1D6DB-A471-4C8A-B92F-3DAD8BFDB658}"/>
              </a:ext>
            </a:extLst>
          </p:cNvPr>
          <p:cNvSpPr txBox="1"/>
          <p:nvPr/>
        </p:nvSpPr>
        <p:spPr>
          <a:xfrm>
            <a:off x="7587916" y="5694944"/>
            <a:ext cx="38929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171-7000</a:t>
            </a:r>
            <a:r>
              <a:rPr lang="en-US" sz="2400" b="1" dirty="0"/>
              <a:t> </a:t>
            </a:r>
            <a:r>
              <a:rPr lang="en-US" sz="2000" b="1" dirty="0"/>
              <a:t>Records to Process</a:t>
            </a:r>
            <a:r>
              <a:rPr lang="en-US" sz="2400" b="1" dirty="0"/>
              <a:t> </a:t>
            </a:r>
            <a:endParaRPr lang="en-US" sz="3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FC3FAC-3695-4661-8F0C-E94A660C764A}"/>
              </a:ext>
            </a:extLst>
          </p:cNvPr>
          <p:cNvSpPr txBox="1"/>
          <p:nvPr/>
        </p:nvSpPr>
        <p:spPr>
          <a:xfrm>
            <a:off x="4657614" y="4435567"/>
            <a:ext cx="1382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Programmer</a:t>
            </a:r>
          </a:p>
        </p:txBody>
      </p:sp>
    </p:spTree>
    <p:extLst>
      <p:ext uri="{BB962C8B-B14F-4D97-AF65-F5344CB8AC3E}">
        <p14:creationId xmlns:p14="http://schemas.microsoft.com/office/powerpoint/2010/main" val="2834638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7B6-98FE-4F49-85B0-2A2DEE12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30"/>
            <a:ext cx="10515600" cy="1325563"/>
          </a:xfrm>
        </p:spPr>
        <p:txBody>
          <a:bodyPr>
            <a:normAutofit/>
          </a:bodyPr>
          <a:lstStyle/>
          <a:p>
            <a:pPr algn="ctr"/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>
                <a:latin typeface="Arial Black" panose="020B0A04020102020204" pitchFamily="34" charset="0"/>
              </a:rPr>
              <a:t>Optimizing Real Time Search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359C68-E897-4D13-8B65-124A80966CCA}"/>
              </a:ext>
            </a:extLst>
          </p:cNvPr>
          <p:cNvCxnSpPr/>
          <p:nvPr/>
        </p:nvCxnSpPr>
        <p:spPr>
          <a:xfrm>
            <a:off x="1251284" y="1443789"/>
            <a:ext cx="957713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60F1CBA-59EB-46B6-BDB7-4B8E73A2A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758" y="2528719"/>
            <a:ext cx="3007895" cy="300789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D7FABC-AE82-4ABC-85A2-3A4A2381319A}"/>
              </a:ext>
            </a:extLst>
          </p:cNvPr>
          <p:cNvCxnSpPr/>
          <p:nvPr/>
        </p:nvCxnSpPr>
        <p:spPr>
          <a:xfrm flipV="1">
            <a:off x="4820653" y="2528719"/>
            <a:ext cx="1684421" cy="671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012B07F-65BB-40C0-A8A0-0C32D2270FC4}"/>
              </a:ext>
            </a:extLst>
          </p:cNvPr>
          <p:cNvSpPr txBox="1"/>
          <p:nvPr/>
        </p:nvSpPr>
        <p:spPr>
          <a:xfrm>
            <a:off x="6505074" y="2288731"/>
            <a:ext cx="2790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Too Many Words To Process</a:t>
            </a:r>
          </a:p>
          <a:p>
            <a:pPr algn="ctr"/>
            <a:r>
              <a:rPr lang="en-US" dirty="0"/>
              <a:t>(70,000)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B1AB87-2581-47A5-A560-E9F8851A2FC4}"/>
              </a:ext>
            </a:extLst>
          </p:cNvPr>
          <p:cNvCxnSpPr>
            <a:cxnSpLocks/>
          </p:cNvCxnSpPr>
          <p:nvPr/>
        </p:nvCxnSpPr>
        <p:spPr>
          <a:xfrm flipV="1">
            <a:off x="4820652" y="4055442"/>
            <a:ext cx="168442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EBB1493-BC54-4EDD-9D7A-F9DA358F5B6E}"/>
              </a:ext>
            </a:extLst>
          </p:cNvPr>
          <p:cNvSpPr txBox="1"/>
          <p:nvPr/>
        </p:nvSpPr>
        <p:spPr>
          <a:xfrm>
            <a:off x="6505074" y="3732276"/>
            <a:ext cx="3074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Creating Suggested Frame For</a:t>
            </a:r>
          </a:p>
          <a:p>
            <a:pPr algn="ctr"/>
            <a:r>
              <a:rPr lang="en-US" dirty="0"/>
              <a:t> Every Single Word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549DC-DD9B-4B23-B5A3-DE4A1034D5B9}"/>
              </a:ext>
            </a:extLst>
          </p:cNvPr>
          <p:cNvSpPr/>
          <p:nvPr/>
        </p:nvSpPr>
        <p:spPr>
          <a:xfrm>
            <a:off x="6569242" y="4692133"/>
            <a:ext cx="3007895" cy="537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6ED521-CA83-4165-962F-B4D4617673EF}"/>
              </a:ext>
            </a:extLst>
          </p:cNvPr>
          <p:cNvSpPr txBox="1"/>
          <p:nvPr/>
        </p:nvSpPr>
        <p:spPr>
          <a:xfrm>
            <a:off x="6569242" y="4776172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Word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7D096B-609C-41EA-B8BE-A9B600BF82AC}"/>
              </a:ext>
            </a:extLst>
          </p:cNvPr>
          <p:cNvSpPr/>
          <p:nvPr/>
        </p:nvSpPr>
        <p:spPr>
          <a:xfrm>
            <a:off x="8406063" y="4776172"/>
            <a:ext cx="1090863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6D7755-68F5-4B9E-93F0-35CBF0D32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816" y="1882844"/>
            <a:ext cx="1127605" cy="11276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04CB7B-4550-49BF-9ED6-2CEBDB2132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816" y="3560215"/>
            <a:ext cx="1127605" cy="112760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0FE3905-020C-417C-AB3E-1EF4DA53EF8E}"/>
              </a:ext>
            </a:extLst>
          </p:cNvPr>
          <p:cNvSpPr txBox="1"/>
          <p:nvPr/>
        </p:nvSpPr>
        <p:spPr>
          <a:xfrm>
            <a:off x="2342148" y="5167282"/>
            <a:ext cx="1970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Python Interpreter</a:t>
            </a:r>
          </a:p>
        </p:txBody>
      </p:sp>
    </p:spTree>
    <p:extLst>
      <p:ext uri="{BB962C8B-B14F-4D97-AF65-F5344CB8AC3E}">
        <p14:creationId xmlns:p14="http://schemas.microsoft.com/office/powerpoint/2010/main" val="1525834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7B6-98FE-4F49-85B0-2A2DEE12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30"/>
            <a:ext cx="10515600" cy="1325563"/>
          </a:xfrm>
        </p:spPr>
        <p:txBody>
          <a:bodyPr>
            <a:normAutofit/>
          </a:bodyPr>
          <a:lstStyle/>
          <a:p>
            <a:pPr algn="ctr"/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>
                <a:latin typeface="Arial Black" panose="020B0A04020102020204" pitchFamily="34" charset="0"/>
              </a:rPr>
              <a:t>Optimizing Real Time Search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359C68-E897-4D13-8B65-124A80966CCA}"/>
              </a:ext>
            </a:extLst>
          </p:cNvPr>
          <p:cNvCxnSpPr/>
          <p:nvPr/>
        </p:nvCxnSpPr>
        <p:spPr>
          <a:xfrm>
            <a:off x="1251284" y="1443789"/>
            <a:ext cx="957713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696B9F63-58CB-4205-B199-5A1E151BE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968" y="2071436"/>
            <a:ext cx="3228474" cy="32284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DEBF1F-5F9F-438B-853A-653DC1694E6A}"/>
              </a:ext>
            </a:extLst>
          </p:cNvPr>
          <p:cNvSpPr txBox="1"/>
          <p:nvPr/>
        </p:nvSpPr>
        <p:spPr>
          <a:xfrm>
            <a:off x="4916906" y="4930578"/>
            <a:ext cx="1583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CustomTkinter</a:t>
            </a:r>
          </a:p>
        </p:txBody>
      </p:sp>
    </p:spTree>
    <p:extLst>
      <p:ext uri="{BB962C8B-B14F-4D97-AF65-F5344CB8AC3E}">
        <p14:creationId xmlns:p14="http://schemas.microsoft.com/office/powerpoint/2010/main" val="3589120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7B6-98FE-4F49-85B0-2A2DEE12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30"/>
            <a:ext cx="10515600" cy="1325563"/>
          </a:xfrm>
        </p:spPr>
        <p:txBody>
          <a:bodyPr>
            <a:normAutofit/>
          </a:bodyPr>
          <a:lstStyle/>
          <a:p>
            <a:pPr algn="ctr"/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>
                <a:latin typeface="Arial Black" panose="020B0A04020102020204" pitchFamily="34" charset="0"/>
              </a:rPr>
              <a:t>Optimizing Real Time Search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359C68-E897-4D13-8B65-124A80966CCA}"/>
              </a:ext>
            </a:extLst>
          </p:cNvPr>
          <p:cNvCxnSpPr/>
          <p:nvPr/>
        </p:nvCxnSpPr>
        <p:spPr>
          <a:xfrm>
            <a:off x="1251284" y="1443789"/>
            <a:ext cx="957713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60DF3F5-6C75-41A0-8F24-E5F9C3F10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395" y="3488486"/>
            <a:ext cx="2257926" cy="2257926"/>
          </a:xfrm>
          <a:prstGeom prst="rect">
            <a:avLst/>
          </a:prstGeom>
        </p:spPr>
      </p:pic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84ACA8ED-C32B-45AC-8621-DA01FEB34D7E}"/>
              </a:ext>
            </a:extLst>
          </p:cNvPr>
          <p:cNvSpPr/>
          <p:nvPr/>
        </p:nvSpPr>
        <p:spPr>
          <a:xfrm>
            <a:off x="2975811" y="1828155"/>
            <a:ext cx="2791326" cy="1882393"/>
          </a:xfrm>
          <a:prstGeom prst="cloud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1497F4-85D6-4244-8397-8CEE99246C68}"/>
              </a:ext>
            </a:extLst>
          </p:cNvPr>
          <p:cNvSpPr txBox="1"/>
          <p:nvPr/>
        </p:nvSpPr>
        <p:spPr>
          <a:xfrm>
            <a:off x="3582337" y="2169186"/>
            <a:ext cx="19955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Ok, You Slow Snail, </a:t>
            </a:r>
          </a:p>
          <a:p>
            <a:r>
              <a:rPr lang="en-US" dirty="0"/>
              <a:t>I Can Make The</a:t>
            </a:r>
          </a:p>
          <a:p>
            <a:r>
              <a:rPr lang="en-US" dirty="0"/>
              <a:t> Search Process</a:t>
            </a:r>
          </a:p>
          <a:p>
            <a:r>
              <a:rPr lang="en-US" dirty="0"/>
              <a:t> Even Faster…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C95940-F6D2-453D-8B89-EDE1B54F1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25680" y="2994588"/>
            <a:ext cx="2602741" cy="269306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8E5F0EF-178A-4E87-8022-5546D5D39919}"/>
              </a:ext>
            </a:extLst>
          </p:cNvPr>
          <p:cNvSpPr txBox="1"/>
          <p:nvPr/>
        </p:nvSpPr>
        <p:spPr>
          <a:xfrm>
            <a:off x="8997561" y="5326774"/>
            <a:ext cx="14860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CustomTkinter</a:t>
            </a:r>
          </a:p>
        </p:txBody>
      </p:sp>
      <p:sp>
        <p:nvSpPr>
          <p:cNvPr id="20" name="Thought Bubble: Cloud 19">
            <a:extLst>
              <a:ext uri="{FF2B5EF4-FFF2-40B4-BE49-F238E27FC236}">
                <a16:creationId xmlns:a16="http://schemas.microsoft.com/office/drawing/2014/main" id="{42201E72-8C9A-4A4C-A9BC-1E05788C07F5}"/>
              </a:ext>
            </a:extLst>
          </p:cNvPr>
          <p:cNvSpPr/>
          <p:nvPr/>
        </p:nvSpPr>
        <p:spPr>
          <a:xfrm flipH="1">
            <a:off x="7295239" y="2169186"/>
            <a:ext cx="1417722" cy="1116713"/>
          </a:xfrm>
          <a:prstGeom prst="cloud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12E0CA-C79F-47DF-AC0C-314067C528F9}"/>
              </a:ext>
            </a:extLst>
          </p:cNvPr>
          <p:cNvSpPr txBox="1"/>
          <p:nvPr/>
        </p:nvSpPr>
        <p:spPr>
          <a:xfrm>
            <a:off x="7624037" y="2531453"/>
            <a:ext cx="829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How??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050082-21B3-45FA-ADF0-E48749C5D22A}"/>
              </a:ext>
            </a:extLst>
          </p:cNvPr>
          <p:cNvSpPr txBox="1"/>
          <p:nvPr/>
        </p:nvSpPr>
        <p:spPr>
          <a:xfrm>
            <a:off x="2059262" y="5496051"/>
            <a:ext cx="1382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Programmer</a:t>
            </a:r>
          </a:p>
        </p:txBody>
      </p:sp>
    </p:spTree>
    <p:extLst>
      <p:ext uri="{BB962C8B-B14F-4D97-AF65-F5344CB8AC3E}">
        <p14:creationId xmlns:p14="http://schemas.microsoft.com/office/powerpoint/2010/main" val="3194095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7B6-98FE-4F49-85B0-2A2DEE12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30"/>
            <a:ext cx="10515600" cy="1325563"/>
          </a:xfrm>
        </p:spPr>
        <p:txBody>
          <a:bodyPr>
            <a:normAutofit/>
          </a:bodyPr>
          <a:lstStyle/>
          <a:p>
            <a:pPr algn="ctr"/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>
                <a:latin typeface="Arial Black" panose="020B0A04020102020204" pitchFamily="34" charset="0"/>
              </a:rPr>
              <a:t>Optimizing Real Time Search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359C68-E897-4D13-8B65-124A80966CCA}"/>
              </a:ext>
            </a:extLst>
          </p:cNvPr>
          <p:cNvCxnSpPr/>
          <p:nvPr/>
        </p:nvCxnSpPr>
        <p:spPr>
          <a:xfrm>
            <a:off x="1251284" y="1443789"/>
            <a:ext cx="957713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FA810F4-A35F-4A20-86C0-FEA2C0F11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284" y="1802731"/>
            <a:ext cx="3429000" cy="3429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900A0B-7775-4315-A825-4B90985EE7FB}"/>
              </a:ext>
            </a:extLst>
          </p:cNvPr>
          <p:cNvSpPr txBox="1"/>
          <p:nvPr/>
        </p:nvSpPr>
        <p:spPr>
          <a:xfrm>
            <a:off x="2293071" y="5240832"/>
            <a:ext cx="22919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Trie (Retrieve)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E09EDC-7C5D-4293-BF47-580B7C5D91D2}"/>
              </a:ext>
            </a:extLst>
          </p:cNvPr>
          <p:cNvSpPr txBox="1"/>
          <p:nvPr/>
        </p:nvSpPr>
        <p:spPr>
          <a:xfrm>
            <a:off x="6432883" y="3168316"/>
            <a:ext cx="30159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Fast Lookup O(L)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Efficient Memory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Easy Alphabetical Sort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38C698-3270-4CC9-BF4E-92703C2B5C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910" y="3852529"/>
            <a:ext cx="231098" cy="2310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A5AF08-C755-4CBD-B49A-05F4B279DD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165" y="3582853"/>
            <a:ext cx="186588" cy="1865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42EE1B-CEDF-4A64-84E9-5925A72DAD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165" y="3268899"/>
            <a:ext cx="186588" cy="1865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484B4C-86C7-40FF-9E92-9A9AE8DA30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642" y="3268899"/>
            <a:ext cx="186588" cy="186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E1145E-D781-4A1F-9F8A-F0D6E704F7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714" y="3264888"/>
            <a:ext cx="186588" cy="18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588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7B6-98FE-4F49-85B0-2A2DEE12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88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Arial Black" panose="020B0A04020102020204" pitchFamily="34" charset="0"/>
              </a:rPr>
              <a:t>Real Time Search Optimized</a:t>
            </a:r>
          </a:p>
        </p:txBody>
      </p:sp>
    </p:spTree>
    <p:extLst>
      <p:ext uri="{BB962C8B-B14F-4D97-AF65-F5344CB8AC3E}">
        <p14:creationId xmlns:p14="http://schemas.microsoft.com/office/powerpoint/2010/main" val="1089486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7B6-98FE-4F49-85B0-2A2DEE12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88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Arial Black" panose="020B0A040201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808667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7B6-98FE-4F49-85B0-2A2DEE12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88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Arial Black" panose="020B0A040201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091209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C7B6-98FE-4F49-85B0-2A2DEE12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88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Arial Black" panose="020B0A04020102020204" pitchFamily="34" charset="0"/>
              </a:rPr>
              <a:t>Question?</a:t>
            </a:r>
          </a:p>
        </p:txBody>
      </p:sp>
    </p:spTree>
    <p:extLst>
      <p:ext uri="{BB962C8B-B14F-4D97-AF65-F5344CB8AC3E}">
        <p14:creationId xmlns:p14="http://schemas.microsoft.com/office/powerpoint/2010/main" val="298408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172</Words>
  <Application>Microsoft Office PowerPoint</Application>
  <PresentationFormat>Widescreen</PresentationFormat>
  <Paragraphs>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Office Theme</vt:lpstr>
      <vt:lpstr>Word Dictionary</vt:lpstr>
      <vt:lpstr>Features</vt:lpstr>
      <vt:lpstr>Challenges</vt:lpstr>
      <vt:lpstr>Reformat Source Data</vt:lpstr>
      <vt:lpstr>Source Data Reformatted</vt:lpstr>
      <vt:lpstr> Optimizing Real Time Search</vt:lpstr>
      <vt:lpstr> Optimizing Real Time Search</vt:lpstr>
      <vt:lpstr> Optimizing Real Time Search</vt:lpstr>
      <vt:lpstr> Optimizing Real Time Search</vt:lpstr>
      <vt:lpstr> Optimizing Real Time Search</vt:lpstr>
      <vt:lpstr> Optimizing Real Time Search</vt:lpstr>
      <vt:lpstr> Optimizing Real Time Search</vt:lpstr>
      <vt:lpstr>Real Time Search Optimized</vt:lpstr>
      <vt:lpstr>Demo</vt:lpstr>
      <vt:lpstr>Conclusion</vt:lpstr>
      <vt:lpstr>Question?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Dictionary</dc:title>
  <dc:creator>Reza</dc:creator>
  <cp:lastModifiedBy>Reza</cp:lastModifiedBy>
  <cp:revision>11</cp:revision>
  <dcterms:created xsi:type="dcterms:W3CDTF">2025-06-15T14:53:06Z</dcterms:created>
  <dcterms:modified xsi:type="dcterms:W3CDTF">2025-06-16T15:21:10Z</dcterms:modified>
</cp:coreProperties>
</file>